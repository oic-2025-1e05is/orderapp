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57" r:id="rId4"/>
    <p:sldId id="262" r:id="rId5"/>
    <p:sldId id="263" r:id="rId6"/>
    <p:sldId id="265" r:id="rId7"/>
    <p:sldId id="266" r:id="rId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8" d="100"/>
          <a:sy n="88" d="100"/>
        </p:scale>
        <p:origin x="255" y="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733295-0BC4-C6B7-2F5E-0BBDD0E23553}"/>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CCA6F67-3E88-0063-CB02-6B43448F0D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F346D0E-40AB-0715-0207-361A2CCF415A}"/>
              </a:ext>
            </a:extLst>
          </p:cNvPr>
          <p:cNvSpPr>
            <a:spLocks noGrp="1"/>
          </p:cNvSpPr>
          <p:nvPr>
            <p:ph type="dt" sz="half" idx="10"/>
          </p:nvPr>
        </p:nvSpPr>
        <p:spPr/>
        <p:txBody>
          <a:bodyPr/>
          <a:lstStyle/>
          <a:p>
            <a:fld id="{1BF6F4C3-BF01-4AF7-BAB6-7A1A6CE4658E}" type="datetimeFigureOut">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1C8701B7-B242-5993-EC42-1560864606D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E4555D0-99A5-5714-1FD0-1C7A713676FF}"/>
              </a:ext>
            </a:extLst>
          </p:cNvPr>
          <p:cNvSpPr>
            <a:spLocks noGrp="1"/>
          </p:cNvSpPr>
          <p:nvPr>
            <p:ph type="sldNum" sz="quarter" idx="12"/>
          </p:nvPr>
        </p:nvSpPr>
        <p:spPr/>
        <p:txBody>
          <a:bodyPr/>
          <a:lstStyle/>
          <a:p>
            <a:fld id="{908E47D2-0550-4A40-925B-2B774322DB84}" type="slidenum">
              <a:rPr kumimoji="1" lang="ja-JP" altLang="en-US" smtClean="0"/>
              <a:t>‹#›</a:t>
            </a:fld>
            <a:endParaRPr kumimoji="1" lang="ja-JP" altLang="en-US"/>
          </a:p>
        </p:txBody>
      </p:sp>
    </p:spTree>
    <p:extLst>
      <p:ext uri="{BB962C8B-B14F-4D97-AF65-F5344CB8AC3E}">
        <p14:creationId xmlns:p14="http://schemas.microsoft.com/office/powerpoint/2010/main" val="4279084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FEF403-982F-6111-179C-29183852E78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DFC46F0-5530-2E79-D5A5-F4280F303084}"/>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94CDDA7-944A-2EEA-C4FE-F8704A1D3322}"/>
              </a:ext>
            </a:extLst>
          </p:cNvPr>
          <p:cNvSpPr>
            <a:spLocks noGrp="1"/>
          </p:cNvSpPr>
          <p:nvPr>
            <p:ph type="dt" sz="half" idx="10"/>
          </p:nvPr>
        </p:nvSpPr>
        <p:spPr/>
        <p:txBody>
          <a:bodyPr/>
          <a:lstStyle/>
          <a:p>
            <a:fld id="{1BF6F4C3-BF01-4AF7-BAB6-7A1A6CE4658E}" type="datetimeFigureOut">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009C4EE0-688E-D87E-B712-C11319DAF9E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EA96374-E4FB-485C-7F31-91B9EC4A6B3F}"/>
              </a:ext>
            </a:extLst>
          </p:cNvPr>
          <p:cNvSpPr>
            <a:spLocks noGrp="1"/>
          </p:cNvSpPr>
          <p:nvPr>
            <p:ph type="sldNum" sz="quarter" idx="12"/>
          </p:nvPr>
        </p:nvSpPr>
        <p:spPr/>
        <p:txBody>
          <a:bodyPr/>
          <a:lstStyle/>
          <a:p>
            <a:fld id="{908E47D2-0550-4A40-925B-2B774322DB84}" type="slidenum">
              <a:rPr kumimoji="1" lang="ja-JP" altLang="en-US" smtClean="0"/>
              <a:t>‹#›</a:t>
            </a:fld>
            <a:endParaRPr kumimoji="1" lang="ja-JP" altLang="en-US"/>
          </a:p>
        </p:txBody>
      </p:sp>
    </p:spTree>
    <p:extLst>
      <p:ext uri="{BB962C8B-B14F-4D97-AF65-F5344CB8AC3E}">
        <p14:creationId xmlns:p14="http://schemas.microsoft.com/office/powerpoint/2010/main" val="2525633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8895BD-5825-92BC-230B-1E9976A63B10}"/>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4171D85-CA98-E8D4-3D05-65967F7322A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3F76834F-B7EE-D64F-EC7B-342914AEA471}"/>
              </a:ext>
            </a:extLst>
          </p:cNvPr>
          <p:cNvSpPr>
            <a:spLocks noGrp="1"/>
          </p:cNvSpPr>
          <p:nvPr>
            <p:ph type="dt" sz="half" idx="10"/>
          </p:nvPr>
        </p:nvSpPr>
        <p:spPr/>
        <p:txBody>
          <a:bodyPr/>
          <a:lstStyle/>
          <a:p>
            <a:fld id="{1BF6F4C3-BF01-4AF7-BAB6-7A1A6CE4658E}" type="datetimeFigureOut">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1D3D4777-31D7-F932-97A6-E610D20334A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A02359B-0C40-9E6C-9ABD-335521B29089}"/>
              </a:ext>
            </a:extLst>
          </p:cNvPr>
          <p:cNvSpPr>
            <a:spLocks noGrp="1"/>
          </p:cNvSpPr>
          <p:nvPr>
            <p:ph type="sldNum" sz="quarter" idx="12"/>
          </p:nvPr>
        </p:nvSpPr>
        <p:spPr/>
        <p:txBody>
          <a:bodyPr/>
          <a:lstStyle/>
          <a:p>
            <a:fld id="{908E47D2-0550-4A40-925B-2B774322DB84}" type="slidenum">
              <a:rPr kumimoji="1" lang="ja-JP" altLang="en-US" smtClean="0"/>
              <a:t>‹#›</a:t>
            </a:fld>
            <a:endParaRPr kumimoji="1" lang="ja-JP" altLang="en-US"/>
          </a:p>
        </p:txBody>
      </p:sp>
    </p:spTree>
    <p:extLst>
      <p:ext uri="{BB962C8B-B14F-4D97-AF65-F5344CB8AC3E}">
        <p14:creationId xmlns:p14="http://schemas.microsoft.com/office/powerpoint/2010/main" val="2546792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9C45E1-669F-3E11-E3FD-64C38C94F3B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97F30C9-69DD-343F-DFD1-764D0D75B144}"/>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BCCC30D-7105-D96B-8D4F-2A473E0ABD89}"/>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4299F7CD-18C5-1E88-4C61-A54F45CD1D59}"/>
              </a:ext>
            </a:extLst>
          </p:cNvPr>
          <p:cNvSpPr>
            <a:spLocks noGrp="1"/>
          </p:cNvSpPr>
          <p:nvPr>
            <p:ph type="dt" sz="half" idx="10"/>
          </p:nvPr>
        </p:nvSpPr>
        <p:spPr/>
        <p:txBody>
          <a:bodyPr/>
          <a:lstStyle/>
          <a:p>
            <a:fld id="{1BF6F4C3-BF01-4AF7-BAB6-7A1A6CE4658E}" type="datetimeFigureOut">
              <a:rPr kumimoji="1" lang="ja-JP" altLang="en-US" smtClean="0"/>
              <a:t>2026/5/15</a:t>
            </a:fld>
            <a:endParaRPr kumimoji="1" lang="ja-JP" altLang="en-US"/>
          </a:p>
        </p:txBody>
      </p:sp>
      <p:sp>
        <p:nvSpPr>
          <p:cNvPr id="6" name="フッター プレースホルダー 5">
            <a:extLst>
              <a:ext uri="{FF2B5EF4-FFF2-40B4-BE49-F238E27FC236}">
                <a16:creationId xmlns:a16="http://schemas.microsoft.com/office/drawing/2014/main" id="{0FD33C3E-61B6-0814-7E96-38DE4697E56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AF039C8-B7DB-5403-D642-88760EC28AC7}"/>
              </a:ext>
            </a:extLst>
          </p:cNvPr>
          <p:cNvSpPr>
            <a:spLocks noGrp="1"/>
          </p:cNvSpPr>
          <p:nvPr>
            <p:ph type="sldNum" sz="quarter" idx="12"/>
          </p:nvPr>
        </p:nvSpPr>
        <p:spPr/>
        <p:txBody>
          <a:bodyPr/>
          <a:lstStyle/>
          <a:p>
            <a:fld id="{908E47D2-0550-4A40-925B-2B774322DB84}" type="slidenum">
              <a:rPr kumimoji="1" lang="ja-JP" altLang="en-US" smtClean="0"/>
              <a:t>‹#›</a:t>
            </a:fld>
            <a:endParaRPr kumimoji="1" lang="ja-JP" altLang="en-US"/>
          </a:p>
        </p:txBody>
      </p:sp>
    </p:spTree>
    <p:extLst>
      <p:ext uri="{BB962C8B-B14F-4D97-AF65-F5344CB8AC3E}">
        <p14:creationId xmlns:p14="http://schemas.microsoft.com/office/powerpoint/2010/main" val="2554613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E11071-1CB4-C1F0-D255-5758DDFBD58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4C6407D-D948-413F-BA3E-2EE1F32F8C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7453083-7F6B-ACA5-94DF-CE642899ED9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9E274306-6E86-48DD-18A4-32E0B3FA86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B1DDCF14-8D24-8DB2-0A12-327CEF7346C7}"/>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5715780-ECF6-EBF6-0E23-153B9FCDB0D5}"/>
              </a:ext>
            </a:extLst>
          </p:cNvPr>
          <p:cNvSpPr>
            <a:spLocks noGrp="1"/>
          </p:cNvSpPr>
          <p:nvPr>
            <p:ph type="dt" sz="half" idx="10"/>
          </p:nvPr>
        </p:nvSpPr>
        <p:spPr/>
        <p:txBody>
          <a:bodyPr/>
          <a:lstStyle/>
          <a:p>
            <a:fld id="{1BF6F4C3-BF01-4AF7-BAB6-7A1A6CE4658E}" type="datetimeFigureOut">
              <a:rPr kumimoji="1" lang="ja-JP" altLang="en-US" smtClean="0"/>
              <a:t>2026/5/15</a:t>
            </a:fld>
            <a:endParaRPr kumimoji="1" lang="ja-JP" altLang="en-US"/>
          </a:p>
        </p:txBody>
      </p:sp>
      <p:sp>
        <p:nvSpPr>
          <p:cNvPr id="8" name="フッター プレースホルダー 7">
            <a:extLst>
              <a:ext uri="{FF2B5EF4-FFF2-40B4-BE49-F238E27FC236}">
                <a16:creationId xmlns:a16="http://schemas.microsoft.com/office/drawing/2014/main" id="{ADCEC54F-AAA1-6AD1-287B-8A6BB99FD2EB}"/>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F57042F1-B227-465C-B3D0-B22D928ABB5C}"/>
              </a:ext>
            </a:extLst>
          </p:cNvPr>
          <p:cNvSpPr>
            <a:spLocks noGrp="1"/>
          </p:cNvSpPr>
          <p:nvPr>
            <p:ph type="sldNum" sz="quarter" idx="12"/>
          </p:nvPr>
        </p:nvSpPr>
        <p:spPr/>
        <p:txBody>
          <a:bodyPr/>
          <a:lstStyle/>
          <a:p>
            <a:fld id="{908E47D2-0550-4A40-925B-2B774322DB84}" type="slidenum">
              <a:rPr kumimoji="1" lang="ja-JP" altLang="en-US" smtClean="0"/>
              <a:t>‹#›</a:t>
            </a:fld>
            <a:endParaRPr kumimoji="1" lang="ja-JP" altLang="en-US"/>
          </a:p>
        </p:txBody>
      </p:sp>
    </p:spTree>
    <p:extLst>
      <p:ext uri="{BB962C8B-B14F-4D97-AF65-F5344CB8AC3E}">
        <p14:creationId xmlns:p14="http://schemas.microsoft.com/office/powerpoint/2010/main" val="1958809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EE491F-21AE-A9DA-3AC0-D2B73B1D49BF}"/>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DCC98B7-C085-AF5F-AC4A-669725164979}"/>
              </a:ext>
            </a:extLst>
          </p:cNvPr>
          <p:cNvSpPr>
            <a:spLocks noGrp="1"/>
          </p:cNvSpPr>
          <p:nvPr>
            <p:ph type="dt" sz="half" idx="10"/>
          </p:nvPr>
        </p:nvSpPr>
        <p:spPr/>
        <p:txBody>
          <a:bodyPr/>
          <a:lstStyle/>
          <a:p>
            <a:fld id="{1BF6F4C3-BF01-4AF7-BAB6-7A1A6CE4658E}" type="datetimeFigureOut">
              <a:rPr kumimoji="1" lang="ja-JP" altLang="en-US" smtClean="0"/>
              <a:t>2026/5/15</a:t>
            </a:fld>
            <a:endParaRPr kumimoji="1" lang="ja-JP" altLang="en-US"/>
          </a:p>
        </p:txBody>
      </p:sp>
      <p:sp>
        <p:nvSpPr>
          <p:cNvPr id="4" name="フッター プレースホルダー 3">
            <a:extLst>
              <a:ext uri="{FF2B5EF4-FFF2-40B4-BE49-F238E27FC236}">
                <a16:creationId xmlns:a16="http://schemas.microsoft.com/office/drawing/2014/main" id="{0015C33B-27C4-21EF-23FC-79FBD2BEB88D}"/>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C7B030D0-D873-FF83-7A66-1EF7A82E2BA8}"/>
              </a:ext>
            </a:extLst>
          </p:cNvPr>
          <p:cNvSpPr>
            <a:spLocks noGrp="1"/>
          </p:cNvSpPr>
          <p:nvPr>
            <p:ph type="sldNum" sz="quarter" idx="12"/>
          </p:nvPr>
        </p:nvSpPr>
        <p:spPr/>
        <p:txBody>
          <a:bodyPr/>
          <a:lstStyle/>
          <a:p>
            <a:fld id="{908E47D2-0550-4A40-925B-2B774322DB84}" type="slidenum">
              <a:rPr kumimoji="1" lang="ja-JP" altLang="en-US" smtClean="0"/>
              <a:t>‹#›</a:t>
            </a:fld>
            <a:endParaRPr kumimoji="1" lang="ja-JP" altLang="en-US"/>
          </a:p>
        </p:txBody>
      </p:sp>
    </p:spTree>
    <p:extLst>
      <p:ext uri="{BB962C8B-B14F-4D97-AF65-F5344CB8AC3E}">
        <p14:creationId xmlns:p14="http://schemas.microsoft.com/office/powerpoint/2010/main" val="934375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86DCEE53-2306-5B44-E40A-CEDE2E968B78}"/>
              </a:ext>
            </a:extLst>
          </p:cNvPr>
          <p:cNvSpPr>
            <a:spLocks noGrp="1"/>
          </p:cNvSpPr>
          <p:nvPr>
            <p:ph type="dt" sz="half" idx="10"/>
          </p:nvPr>
        </p:nvSpPr>
        <p:spPr/>
        <p:txBody>
          <a:bodyPr/>
          <a:lstStyle/>
          <a:p>
            <a:fld id="{1BF6F4C3-BF01-4AF7-BAB6-7A1A6CE4658E}" type="datetimeFigureOut">
              <a:rPr kumimoji="1" lang="ja-JP" altLang="en-US" smtClean="0"/>
              <a:t>2026/5/15</a:t>
            </a:fld>
            <a:endParaRPr kumimoji="1" lang="ja-JP" altLang="en-US"/>
          </a:p>
        </p:txBody>
      </p:sp>
      <p:sp>
        <p:nvSpPr>
          <p:cNvPr id="3" name="フッター プレースホルダー 2">
            <a:extLst>
              <a:ext uri="{FF2B5EF4-FFF2-40B4-BE49-F238E27FC236}">
                <a16:creationId xmlns:a16="http://schemas.microsoft.com/office/drawing/2014/main" id="{75789058-3763-13AF-FF11-5A10B02563D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45746C3-DF44-1BA8-F890-2513BD6F62F4}"/>
              </a:ext>
            </a:extLst>
          </p:cNvPr>
          <p:cNvSpPr>
            <a:spLocks noGrp="1"/>
          </p:cNvSpPr>
          <p:nvPr>
            <p:ph type="sldNum" sz="quarter" idx="12"/>
          </p:nvPr>
        </p:nvSpPr>
        <p:spPr/>
        <p:txBody>
          <a:bodyPr/>
          <a:lstStyle/>
          <a:p>
            <a:fld id="{908E47D2-0550-4A40-925B-2B774322DB84}" type="slidenum">
              <a:rPr kumimoji="1" lang="ja-JP" altLang="en-US" smtClean="0"/>
              <a:t>‹#›</a:t>
            </a:fld>
            <a:endParaRPr kumimoji="1" lang="ja-JP" altLang="en-US"/>
          </a:p>
        </p:txBody>
      </p:sp>
    </p:spTree>
    <p:extLst>
      <p:ext uri="{BB962C8B-B14F-4D97-AF65-F5344CB8AC3E}">
        <p14:creationId xmlns:p14="http://schemas.microsoft.com/office/powerpoint/2010/main" val="2826653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F2C994-B37A-969C-9BBD-94A80E77211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63E5B66-7BBE-BDC0-9E72-0A6CD3FBC7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3A55BB4-FE55-DF08-E305-DD35F9ABE9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1E2D806-D5AF-DE00-C5FA-69CBB0CEF866}"/>
              </a:ext>
            </a:extLst>
          </p:cNvPr>
          <p:cNvSpPr>
            <a:spLocks noGrp="1"/>
          </p:cNvSpPr>
          <p:nvPr>
            <p:ph type="dt" sz="half" idx="10"/>
          </p:nvPr>
        </p:nvSpPr>
        <p:spPr/>
        <p:txBody>
          <a:bodyPr/>
          <a:lstStyle/>
          <a:p>
            <a:fld id="{1BF6F4C3-BF01-4AF7-BAB6-7A1A6CE4658E}" type="datetimeFigureOut">
              <a:rPr kumimoji="1" lang="ja-JP" altLang="en-US" smtClean="0"/>
              <a:t>2026/5/15</a:t>
            </a:fld>
            <a:endParaRPr kumimoji="1" lang="ja-JP" altLang="en-US"/>
          </a:p>
        </p:txBody>
      </p:sp>
      <p:sp>
        <p:nvSpPr>
          <p:cNvPr id="6" name="フッター プレースホルダー 5">
            <a:extLst>
              <a:ext uri="{FF2B5EF4-FFF2-40B4-BE49-F238E27FC236}">
                <a16:creationId xmlns:a16="http://schemas.microsoft.com/office/drawing/2014/main" id="{CC24384E-3E04-32E5-7551-97151A8E586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BE2EB16-5696-1D61-4C4F-7AE83A0EE718}"/>
              </a:ext>
            </a:extLst>
          </p:cNvPr>
          <p:cNvSpPr>
            <a:spLocks noGrp="1"/>
          </p:cNvSpPr>
          <p:nvPr>
            <p:ph type="sldNum" sz="quarter" idx="12"/>
          </p:nvPr>
        </p:nvSpPr>
        <p:spPr/>
        <p:txBody>
          <a:bodyPr/>
          <a:lstStyle/>
          <a:p>
            <a:fld id="{908E47D2-0550-4A40-925B-2B774322DB84}" type="slidenum">
              <a:rPr kumimoji="1" lang="ja-JP" altLang="en-US" smtClean="0"/>
              <a:t>‹#›</a:t>
            </a:fld>
            <a:endParaRPr kumimoji="1" lang="ja-JP" altLang="en-US"/>
          </a:p>
        </p:txBody>
      </p:sp>
    </p:spTree>
    <p:extLst>
      <p:ext uri="{BB962C8B-B14F-4D97-AF65-F5344CB8AC3E}">
        <p14:creationId xmlns:p14="http://schemas.microsoft.com/office/powerpoint/2010/main" val="502121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02277E-2524-F2AF-B3AA-805EDA9908E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5A82C95A-8BBA-3734-DE71-74165F351D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595DFA2D-5048-E81A-8448-D1DA9584E6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E60DEE0-300E-E209-2D26-4A8015033CCF}"/>
              </a:ext>
            </a:extLst>
          </p:cNvPr>
          <p:cNvSpPr>
            <a:spLocks noGrp="1"/>
          </p:cNvSpPr>
          <p:nvPr>
            <p:ph type="dt" sz="half" idx="10"/>
          </p:nvPr>
        </p:nvSpPr>
        <p:spPr/>
        <p:txBody>
          <a:bodyPr/>
          <a:lstStyle/>
          <a:p>
            <a:fld id="{1BF6F4C3-BF01-4AF7-BAB6-7A1A6CE4658E}" type="datetimeFigureOut">
              <a:rPr kumimoji="1" lang="ja-JP" altLang="en-US" smtClean="0"/>
              <a:t>2026/5/15</a:t>
            </a:fld>
            <a:endParaRPr kumimoji="1" lang="ja-JP" altLang="en-US"/>
          </a:p>
        </p:txBody>
      </p:sp>
      <p:sp>
        <p:nvSpPr>
          <p:cNvPr id="6" name="フッター プレースホルダー 5">
            <a:extLst>
              <a:ext uri="{FF2B5EF4-FFF2-40B4-BE49-F238E27FC236}">
                <a16:creationId xmlns:a16="http://schemas.microsoft.com/office/drawing/2014/main" id="{277B886B-1D14-7D25-20DF-159CD11D54B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2A964D6-B788-C41C-3F8B-D87FF6242712}"/>
              </a:ext>
            </a:extLst>
          </p:cNvPr>
          <p:cNvSpPr>
            <a:spLocks noGrp="1"/>
          </p:cNvSpPr>
          <p:nvPr>
            <p:ph type="sldNum" sz="quarter" idx="12"/>
          </p:nvPr>
        </p:nvSpPr>
        <p:spPr/>
        <p:txBody>
          <a:bodyPr/>
          <a:lstStyle/>
          <a:p>
            <a:fld id="{908E47D2-0550-4A40-925B-2B774322DB84}" type="slidenum">
              <a:rPr kumimoji="1" lang="ja-JP" altLang="en-US" smtClean="0"/>
              <a:t>‹#›</a:t>
            </a:fld>
            <a:endParaRPr kumimoji="1" lang="ja-JP" altLang="en-US"/>
          </a:p>
        </p:txBody>
      </p:sp>
    </p:spTree>
    <p:extLst>
      <p:ext uri="{BB962C8B-B14F-4D97-AF65-F5344CB8AC3E}">
        <p14:creationId xmlns:p14="http://schemas.microsoft.com/office/powerpoint/2010/main" val="103829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CA7AE9-887E-513B-2542-6B92175C6C3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1BD58C6-C0F2-500B-6736-B2E26AB17C2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B645653-D95E-C6E8-6E84-A4934B54A8EA}"/>
              </a:ext>
            </a:extLst>
          </p:cNvPr>
          <p:cNvSpPr>
            <a:spLocks noGrp="1"/>
          </p:cNvSpPr>
          <p:nvPr>
            <p:ph type="dt" sz="half" idx="10"/>
          </p:nvPr>
        </p:nvSpPr>
        <p:spPr/>
        <p:txBody>
          <a:bodyPr/>
          <a:lstStyle/>
          <a:p>
            <a:fld id="{1BF6F4C3-BF01-4AF7-BAB6-7A1A6CE4658E}" type="datetimeFigureOut">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74CD87BC-2D96-8A49-F202-697836CEC77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4945A36-9649-7014-17EE-988CE173B6DD}"/>
              </a:ext>
            </a:extLst>
          </p:cNvPr>
          <p:cNvSpPr>
            <a:spLocks noGrp="1"/>
          </p:cNvSpPr>
          <p:nvPr>
            <p:ph type="sldNum" sz="quarter" idx="12"/>
          </p:nvPr>
        </p:nvSpPr>
        <p:spPr/>
        <p:txBody>
          <a:bodyPr/>
          <a:lstStyle/>
          <a:p>
            <a:fld id="{908E47D2-0550-4A40-925B-2B774322DB84}" type="slidenum">
              <a:rPr kumimoji="1" lang="ja-JP" altLang="en-US" smtClean="0"/>
              <a:t>‹#›</a:t>
            </a:fld>
            <a:endParaRPr kumimoji="1" lang="ja-JP" altLang="en-US"/>
          </a:p>
        </p:txBody>
      </p:sp>
    </p:spTree>
    <p:extLst>
      <p:ext uri="{BB962C8B-B14F-4D97-AF65-F5344CB8AC3E}">
        <p14:creationId xmlns:p14="http://schemas.microsoft.com/office/powerpoint/2010/main" val="2881024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C3CB590-7057-86F1-EDA8-E0C689982DF9}"/>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7F0B277-46F6-A05B-7BA6-79CEDED5A5F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A0EE623-3170-0E87-CF0E-4DC35D913E9E}"/>
              </a:ext>
            </a:extLst>
          </p:cNvPr>
          <p:cNvSpPr>
            <a:spLocks noGrp="1"/>
          </p:cNvSpPr>
          <p:nvPr>
            <p:ph type="dt" sz="half" idx="10"/>
          </p:nvPr>
        </p:nvSpPr>
        <p:spPr/>
        <p:txBody>
          <a:bodyPr/>
          <a:lstStyle/>
          <a:p>
            <a:fld id="{1BF6F4C3-BF01-4AF7-BAB6-7A1A6CE4658E}" type="datetimeFigureOut">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C623E610-DAAF-5C15-0835-282DCCE585F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CF6B841-057F-170C-693C-B42E1433F553}"/>
              </a:ext>
            </a:extLst>
          </p:cNvPr>
          <p:cNvSpPr>
            <a:spLocks noGrp="1"/>
          </p:cNvSpPr>
          <p:nvPr>
            <p:ph type="sldNum" sz="quarter" idx="12"/>
          </p:nvPr>
        </p:nvSpPr>
        <p:spPr/>
        <p:txBody>
          <a:bodyPr/>
          <a:lstStyle/>
          <a:p>
            <a:fld id="{908E47D2-0550-4A40-925B-2B774322DB84}" type="slidenum">
              <a:rPr kumimoji="1" lang="ja-JP" altLang="en-US" smtClean="0"/>
              <a:t>‹#›</a:t>
            </a:fld>
            <a:endParaRPr kumimoji="1" lang="ja-JP" altLang="en-US"/>
          </a:p>
        </p:txBody>
      </p:sp>
    </p:spTree>
    <p:extLst>
      <p:ext uri="{BB962C8B-B14F-4D97-AF65-F5344CB8AC3E}">
        <p14:creationId xmlns:p14="http://schemas.microsoft.com/office/powerpoint/2010/main" val="1450347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B5330D8-D9D6-A0EE-B680-17C3D93F42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B19A0BE-F717-7522-8C9C-F734214555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312281CD-7994-CF15-CB05-2F84643CD9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UD デジタル 教科書体 NK-R" panose="02020400000000000000" pitchFamily="18" charset="-128"/>
                <a:ea typeface="UD デジタル 教科書体 NK-R" panose="02020400000000000000" pitchFamily="18" charset="-128"/>
              </a:defRPr>
            </a:lvl1pPr>
          </a:lstStyle>
          <a:p>
            <a:fld id="{1BF6F4C3-BF01-4AF7-BAB6-7A1A6CE4658E}" type="datetimeFigureOut">
              <a:rPr lang="ja-JP" altLang="en-US" smtClean="0"/>
              <a:pPr/>
              <a:t>2026/5/15</a:t>
            </a:fld>
            <a:endParaRPr lang="ja-JP" altLang="en-US"/>
          </a:p>
        </p:txBody>
      </p:sp>
      <p:sp>
        <p:nvSpPr>
          <p:cNvPr id="5" name="フッター プレースホルダー 4">
            <a:extLst>
              <a:ext uri="{FF2B5EF4-FFF2-40B4-BE49-F238E27FC236}">
                <a16:creationId xmlns:a16="http://schemas.microsoft.com/office/drawing/2014/main" id="{1917CECA-A2D4-3765-9C61-FA55AE2003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UD デジタル 教科書体 NK-R" panose="02020400000000000000" pitchFamily="18" charset="-128"/>
                <a:ea typeface="UD デジタル 教科書体 NK-R" panose="02020400000000000000" pitchFamily="18" charset="-128"/>
              </a:defRPr>
            </a:lvl1pPr>
          </a:lstStyle>
          <a:p>
            <a:endParaRPr lang="ja-JP" altLang="en-US"/>
          </a:p>
        </p:txBody>
      </p:sp>
      <p:sp>
        <p:nvSpPr>
          <p:cNvPr id="6" name="スライド番号プレースホルダー 5">
            <a:extLst>
              <a:ext uri="{FF2B5EF4-FFF2-40B4-BE49-F238E27FC236}">
                <a16:creationId xmlns:a16="http://schemas.microsoft.com/office/drawing/2014/main" id="{1FDEC4D7-00E5-D3C3-00E6-4312D2A00C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UD デジタル 教科書体 NK-R" panose="02020400000000000000" pitchFamily="18" charset="-128"/>
                <a:ea typeface="UD デジタル 教科書体 NK-R" panose="02020400000000000000" pitchFamily="18" charset="-128"/>
              </a:defRPr>
            </a:lvl1pPr>
          </a:lstStyle>
          <a:p>
            <a:fld id="{908E47D2-0550-4A40-925B-2B774322DB84}" type="slidenum">
              <a:rPr lang="ja-JP" altLang="en-US" smtClean="0"/>
              <a:pPr/>
              <a:t>‹#›</a:t>
            </a:fld>
            <a:endParaRPr lang="ja-JP" altLang="en-US"/>
          </a:p>
        </p:txBody>
      </p:sp>
    </p:spTree>
    <p:extLst>
      <p:ext uri="{BB962C8B-B14F-4D97-AF65-F5344CB8AC3E}">
        <p14:creationId xmlns:p14="http://schemas.microsoft.com/office/powerpoint/2010/main" val="10076989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UD デジタル 教科書体 NK-B" panose="02020700000000000000" pitchFamily="18" charset="-128"/>
          <a:ea typeface="UD デジタル 教科書体 NK-B" panose="02020700000000000000" pitchFamily="18"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EFB4E3-CFA4-DE89-67DF-AD0076E31503}"/>
              </a:ext>
            </a:extLst>
          </p:cNvPr>
          <p:cNvSpPr>
            <a:spLocks noGrp="1"/>
          </p:cNvSpPr>
          <p:nvPr>
            <p:ph type="ctrTitle"/>
          </p:nvPr>
        </p:nvSpPr>
        <p:spPr/>
        <p:txBody>
          <a:bodyPr>
            <a:normAutofit/>
          </a:bodyPr>
          <a:lstStyle/>
          <a:p>
            <a:r>
              <a:rPr kumimoji="1" lang="en-US" altLang="ja-JP" sz="4800" dirty="0"/>
              <a:t>PG</a:t>
            </a:r>
            <a:r>
              <a:rPr kumimoji="1" lang="ja-JP" altLang="en-US" sz="4800" dirty="0"/>
              <a:t>実践</a:t>
            </a:r>
          </a:p>
        </p:txBody>
      </p:sp>
      <p:sp>
        <p:nvSpPr>
          <p:cNvPr id="3" name="字幕 2">
            <a:extLst>
              <a:ext uri="{FF2B5EF4-FFF2-40B4-BE49-F238E27FC236}">
                <a16:creationId xmlns:a16="http://schemas.microsoft.com/office/drawing/2014/main" id="{57D8643C-AF71-CC0A-95E8-524E282831B5}"/>
              </a:ext>
            </a:extLst>
          </p:cNvPr>
          <p:cNvSpPr>
            <a:spLocks noGrp="1"/>
          </p:cNvSpPr>
          <p:nvPr>
            <p:ph type="subTitle" idx="1"/>
          </p:nvPr>
        </p:nvSpPr>
        <p:spPr/>
        <p:txBody>
          <a:bodyPr>
            <a:normAutofit lnSpcReduction="10000"/>
          </a:bodyPr>
          <a:lstStyle/>
          <a:p>
            <a:endParaRPr kumimoji="1" lang="en-US" altLang="ja-JP" sz="3200" dirty="0"/>
          </a:p>
          <a:p>
            <a:r>
              <a:rPr kumimoji="1" lang="en-US" altLang="ja-JP" sz="3200" dirty="0"/>
              <a:t>2E14IN</a:t>
            </a:r>
          </a:p>
          <a:p>
            <a:r>
              <a:rPr kumimoji="1" lang="ja-JP" altLang="en-US" sz="3200" dirty="0"/>
              <a:t>渡邊 栞</a:t>
            </a:r>
          </a:p>
        </p:txBody>
      </p:sp>
    </p:spTree>
    <p:extLst>
      <p:ext uri="{BB962C8B-B14F-4D97-AF65-F5344CB8AC3E}">
        <p14:creationId xmlns:p14="http://schemas.microsoft.com/office/powerpoint/2010/main" val="2177055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16A5FABB-C62D-3B84-1B9B-1CCF57AC7823}"/>
              </a:ext>
            </a:extLst>
          </p:cNvPr>
          <p:cNvSpPr>
            <a:spLocks noGrp="1"/>
          </p:cNvSpPr>
          <p:nvPr>
            <p:ph idx="1"/>
          </p:nvPr>
        </p:nvSpPr>
        <p:spPr>
          <a:xfrm>
            <a:off x="838200" y="1825625"/>
            <a:ext cx="10515600" cy="4351338"/>
          </a:xfrm>
        </p:spPr>
        <p:txBody>
          <a:bodyPr/>
          <a:lstStyle/>
          <a:p>
            <a:r>
              <a:rPr kumimoji="1" lang="ja-JP" altLang="en-US" dirty="0"/>
              <a:t>題材（テーマ）</a:t>
            </a:r>
            <a:endParaRPr kumimoji="1" lang="en-US" altLang="ja-JP" dirty="0"/>
          </a:p>
          <a:p>
            <a:pPr marL="0" indent="0">
              <a:buNone/>
            </a:pPr>
            <a:r>
              <a:rPr lang="ja-JP" altLang="en-US" dirty="0"/>
              <a:t>　スライムバトル</a:t>
            </a:r>
            <a:endParaRPr lang="en-US" altLang="ja-JP" dirty="0"/>
          </a:p>
          <a:p>
            <a:pPr marL="0" indent="0">
              <a:buNone/>
            </a:pPr>
            <a:endParaRPr kumimoji="1" lang="en-US" altLang="ja-JP" dirty="0"/>
          </a:p>
          <a:p>
            <a:r>
              <a:rPr lang="ja-JP" altLang="en-US" dirty="0"/>
              <a:t>事例</a:t>
            </a:r>
            <a:r>
              <a:rPr kumimoji="1" lang="ja-JP" altLang="en-US" dirty="0"/>
              <a:t>研究して気が付いたことや面白いと思ったこと等</a:t>
            </a:r>
            <a:endParaRPr kumimoji="1" lang="en-US" altLang="ja-JP" dirty="0"/>
          </a:p>
          <a:p>
            <a:pPr marL="0" indent="0">
              <a:buNone/>
            </a:pPr>
            <a:r>
              <a:rPr lang="ja-JP" altLang="en-US" dirty="0"/>
              <a:t>基本的には授業資料を基に作成した。そのあとに自分で、バトルゲームってこんな機能とかがあったなと記憶にある仕様を基に作成した。</a:t>
            </a:r>
            <a:endParaRPr lang="en-US" altLang="ja-JP" dirty="0"/>
          </a:p>
          <a:p>
            <a:pPr marL="0" indent="0">
              <a:buNone/>
            </a:pPr>
            <a:r>
              <a:rPr kumimoji="1" lang="ja-JP" altLang="en-US" dirty="0"/>
              <a:t>攻撃・回復だけでなく、魔法や逃げるといった選択肢も増やすことで無限に可能性があるなと思った。</a:t>
            </a:r>
            <a:endParaRPr kumimoji="1" lang="en-US" altLang="ja-JP" dirty="0"/>
          </a:p>
          <a:p>
            <a:endParaRPr lang="en-US" altLang="ja-JP" dirty="0"/>
          </a:p>
          <a:p>
            <a:endParaRPr kumimoji="1" lang="ja-JP" altLang="en-US" dirty="0"/>
          </a:p>
        </p:txBody>
      </p:sp>
      <p:sp>
        <p:nvSpPr>
          <p:cNvPr id="2" name="タイトル 1">
            <a:extLst>
              <a:ext uri="{FF2B5EF4-FFF2-40B4-BE49-F238E27FC236}">
                <a16:creationId xmlns:a16="http://schemas.microsoft.com/office/drawing/2014/main" id="{4F52CC95-1E5F-3BF0-7E76-314A7F7563C7}"/>
              </a:ext>
            </a:extLst>
          </p:cNvPr>
          <p:cNvSpPr>
            <a:spLocks noGrp="1"/>
          </p:cNvSpPr>
          <p:nvPr>
            <p:ph type="title"/>
          </p:nvPr>
        </p:nvSpPr>
        <p:spPr/>
        <p:txBody>
          <a:bodyPr/>
          <a:lstStyle/>
          <a:p>
            <a:r>
              <a:rPr kumimoji="1" lang="ja-JP" altLang="en-US" dirty="0"/>
              <a:t>１．研究成果（発見したこと）</a:t>
            </a:r>
          </a:p>
        </p:txBody>
      </p:sp>
    </p:spTree>
    <p:extLst>
      <p:ext uri="{BB962C8B-B14F-4D97-AF65-F5344CB8AC3E}">
        <p14:creationId xmlns:p14="http://schemas.microsoft.com/office/powerpoint/2010/main" val="3778080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a:extLst>
              <a:ext uri="{FF2B5EF4-FFF2-40B4-BE49-F238E27FC236}">
                <a16:creationId xmlns:a16="http://schemas.microsoft.com/office/drawing/2014/main" id="{AE2488DD-B5FC-B539-A8A0-82588A7649B5}"/>
              </a:ext>
            </a:extLst>
          </p:cNvPr>
          <p:cNvSpPr>
            <a:spLocks noGrp="1"/>
          </p:cNvSpPr>
          <p:nvPr>
            <p:ph idx="1"/>
          </p:nvPr>
        </p:nvSpPr>
        <p:spPr>
          <a:xfrm>
            <a:off x="838200" y="1825625"/>
            <a:ext cx="10515600" cy="4351338"/>
          </a:xfrm>
        </p:spPr>
        <p:txBody>
          <a:bodyPr>
            <a:normAutofit fontScale="62500" lnSpcReduction="20000"/>
          </a:bodyPr>
          <a:lstStyle/>
          <a:p>
            <a:pPr marL="0" indent="0">
              <a:buNone/>
            </a:pPr>
            <a:endParaRPr kumimoji="1" lang="en-US" altLang="ja-JP" dirty="0"/>
          </a:p>
          <a:p>
            <a:pPr marL="0" indent="0">
              <a:buNone/>
            </a:pPr>
            <a:endParaRPr lang="en-US" altLang="ja-JP" dirty="0"/>
          </a:p>
          <a:p>
            <a:pPr marL="0" indent="0">
              <a:buNone/>
            </a:pPr>
            <a:endParaRPr kumimoji="1" lang="en-US" altLang="ja-JP" dirty="0"/>
          </a:p>
          <a:p>
            <a:pPr marL="0" indent="0">
              <a:buNone/>
            </a:pPr>
            <a:endParaRPr kumimoji="1" lang="en-US" altLang="ja-JP" dirty="0"/>
          </a:p>
          <a:p>
            <a:pPr marL="0" indent="0">
              <a:buNone/>
            </a:pPr>
            <a:endParaRPr kumimoji="1" lang="en-US" altLang="ja-JP" dirty="0"/>
          </a:p>
          <a:p>
            <a:pPr marL="0" indent="0">
              <a:buNone/>
            </a:pPr>
            <a:endParaRPr kumimoji="1" lang="en-US" altLang="ja-JP" dirty="0"/>
          </a:p>
          <a:p>
            <a:pPr marL="0" indent="0">
              <a:buNone/>
            </a:pPr>
            <a:endParaRPr kumimoji="1" lang="en-US" altLang="ja-JP" dirty="0"/>
          </a:p>
          <a:p>
            <a:pPr marL="0" indent="0">
              <a:buNone/>
            </a:pPr>
            <a:endParaRPr kumimoji="1" lang="ja-JP" altLang="en-US" dirty="0"/>
          </a:p>
          <a:p>
            <a:pPr marL="0" indent="0">
              <a:buNone/>
            </a:pPr>
            <a:r>
              <a:rPr lang="en-US" altLang="ja-JP" dirty="0"/>
              <a:t>&lt;</a:t>
            </a:r>
            <a:r>
              <a:rPr lang="ja-JP" altLang="en-US" dirty="0"/>
              <a:t>機能や使い方の説明</a:t>
            </a:r>
            <a:r>
              <a:rPr lang="en-US" altLang="ja-JP" dirty="0"/>
              <a:t>&gt;</a:t>
            </a:r>
            <a:endParaRPr kumimoji="1" lang="en-US" altLang="ja-JP" dirty="0"/>
          </a:p>
          <a:p>
            <a:r>
              <a:rPr kumimoji="1" lang="ja-JP" altLang="en-US" dirty="0"/>
              <a:t>攻撃または回復ボタンを押すと</a:t>
            </a:r>
            <a:r>
              <a:rPr lang="ja-JP" altLang="en-US" dirty="0"/>
              <a:t>、自動的にスライムのターンまで進む。</a:t>
            </a:r>
            <a:endParaRPr kumimoji="1" lang="en-US" altLang="ja-JP" dirty="0"/>
          </a:p>
          <a:p>
            <a:r>
              <a:rPr lang="ja-JP" altLang="en-US" dirty="0"/>
              <a:t>プレイヤーとスライムのターンが終わるまでボタンは押せない</a:t>
            </a:r>
            <a:r>
              <a:rPr lang="en-US" altLang="ja-JP" dirty="0"/>
              <a:t>(</a:t>
            </a:r>
            <a:r>
              <a:rPr lang="ja-JP" altLang="en-US" dirty="0"/>
              <a:t>ボタンを連続で押すと何ターン目なのかわからなくなるため</a:t>
            </a:r>
            <a:r>
              <a:rPr lang="en-US" altLang="ja-JP" dirty="0"/>
              <a:t>)</a:t>
            </a:r>
            <a:r>
              <a:rPr lang="ja-JP" altLang="en-US" dirty="0"/>
              <a:t>。</a:t>
            </a:r>
            <a:endParaRPr lang="en-US" altLang="ja-JP" dirty="0"/>
          </a:p>
          <a:p>
            <a:endParaRPr lang="en-US" altLang="ja-JP" dirty="0"/>
          </a:p>
          <a:p>
            <a:r>
              <a:rPr lang="ja-JP" altLang="en-US" dirty="0"/>
              <a:t>攻撃や回復は履歴表示ではなく、そのターンの攻撃または回復のみを</a:t>
            </a:r>
            <a:r>
              <a:rPr lang="en-US" altLang="ja-JP" dirty="0"/>
              <a:t>3</a:t>
            </a:r>
            <a:r>
              <a:rPr lang="ja-JP" altLang="en-US" dirty="0"/>
              <a:t>秒間表示し、消えるようにした。</a:t>
            </a:r>
            <a:endParaRPr lang="en-US" altLang="ja-JP" dirty="0"/>
          </a:p>
        </p:txBody>
      </p:sp>
      <p:sp>
        <p:nvSpPr>
          <p:cNvPr id="10" name="タイトル 1">
            <a:extLst>
              <a:ext uri="{FF2B5EF4-FFF2-40B4-BE49-F238E27FC236}">
                <a16:creationId xmlns:a16="http://schemas.microsoft.com/office/drawing/2014/main" id="{96F83BD5-7095-18EF-80E1-5B12C79EF1FE}"/>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UD デジタル 教科書体 NK-B" panose="02020700000000000000" pitchFamily="18" charset="-128"/>
                <a:ea typeface="UD デジタル 教科書体 NK-B" panose="02020700000000000000" pitchFamily="18" charset="-128"/>
                <a:cs typeface="+mj-cs"/>
              </a:defRPr>
            </a:lvl1pPr>
          </a:lstStyle>
          <a:p>
            <a:r>
              <a:rPr lang="ja-JP" altLang="en-US" dirty="0"/>
              <a:t>２．制作したアプリケーションの紹介</a:t>
            </a:r>
          </a:p>
        </p:txBody>
      </p:sp>
      <p:pic>
        <p:nvPicPr>
          <p:cNvPr id="4" name="図 3">
            <a:extLst>
              <a:ext uri="{FF2B5EF4-FFF2-40B4-BE49-F238E27FC236}">
                <a16:creationId xmlns:a16="http://schemas.microsoft.com/office/drawing/2014/main" id="{6B527407-7FBD-B8B6-509B-B8C64E72904F}"/>
              </a:ext>
            </a:extLst>
          </p:cNvPr>
          <p:cNvPicPr>
            <a:picLocks noChangeAspect="1"/>
          </p:cNvPicPr>
          <p:nvPr/>
        </p:nvPicPr>
        <p:blipFill>
          <a:blip r:embed="rId2"/>
          <a:stretch>
            <a:fillRect/>
          </a:stretch>
        </p:blipFill>
        <p:spPr>
          <a:xfrm>
            <a:off x="3107872" y="1326068"/>
            <a:ext cx="5377543" cy="2969639"/>
          </a:xfrm>
          <a:prstGeom prst="rect">
            <a:avLst/>
          </a:prstGeom>
        </p:spPr>
      </p:pic>
    </p:spTree>
    <p:extLst>
      <p:ext uri="{BB962C8B-B14F-4D97-AF65-F5344CB8AC3E}">
        <p14:creationId xmlns:p14="http://schemas.microsoft.com/office/powerpoint/2010/main" val="8278416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0C790521-B403-0231-0DD9-2F2BCB10AFCF}"/>
              </a:ext>
            </a:extLst>
          </p:cNvPr>
          <p:cNvPicPr>
            <a:picLocks noChangeAspect="1"/>
          </p:cNvPicPr>
          <p:nvPr/>
        </p:nvPicPr>
        <p:blipFill>
          <a:blip r:embed="rId2"/>
          <a:stretch>
            <a:fillRect/>
          </a:stretch>
        </p:blipFill>
        <p:spPr>
          <a:xfrm>
            <a:off x="6302466" y="1690688"/>
            <a:ext cx="5117178" cy="3973876"/>
          </a:xfrm>
          <a:prstGeom prst="rect">
            <a:avLst/>
          </a:prstGeom>
        </p:spPr>
      </p:pic>
      <p:sp>
        <p:nvSpPr>
          <p:cNvPr id="3" name="コンテンツ プレースホルダー 2">
            <a:extLst>
              <a:ext uri="{FF2B5EF4-FFF2-40B4-BE49-F238E27FC236}">
                <a16:creationId xmlns:a16="http://schemas.microsoft.com/office/drawing/2014/main" id="{06E9D830-E3AA-4521-ED1D-1988BA8CDED4}"/>
              </a:ext>
            </a:extLst>
          </p:cNvPr>
          <p:cNvSpPr>
            <a:spLocks noGrp="1"/>
          </p:cNvSpPr>
          <p:nvPr>
            <p:ph idx="1"/>
          </p:nvPr>
        </p:nvSpPr>
        <p:spPr>
          <a:xfrm>
            <a:off x="838200" y="1825625"/>
            <a:ext cx="10515600" cy="4351338"/>
          </a:xfrm>
        </p:spPr>
        <p:txBody>
          <a:bodyPr>
            <a:normAutofit fontScale="92500" lnSpcReduction="10000"/>
          </a:bodyPr>
          <a:lstStyle/>
          <a:p>
            <a:pPr marL="0" indent="0">
              <a:buNone/>
            </a:pPr>
            <a:r>
              <a:rPr lang="ja-JP" altLang="en-US" sz="2600" dirty="0"/>
              <a:t>・</a:t>
            </a:r>
            <a:r>
              <a:rPr kumimoji="1" lang="ja-JP" altLang="en-US" sz="2600" dirty="0"/>
              <a:t>最初にどんな機能をつけたら</a:t>
            </a:r>
            <a:endParaRPr kumimoji="1" lang="en-US" altLang="ja-JP" sz="2600" dirty="0"/>
          </a:p>
          <a:p>
            <a:pPr marL="0" indent="0">
              <a:buNone/>
            </a:pPr>
            <a:r>
              <a:rPr lang="ja-JP" altLang="en-US" sz="2600" dirty="0"/>
              <a:t>いいかを、思いついた順に</a:t>
            </a:r>
            <a:endParaRPr lang="en-US" altLang="ja-JP" sz="2600" dirty="0"/>
          </a:p>
          <a:p>
            <a:pPr marL="0" indent="0">
              <a:buNone/>
            </a:pPr>
            <a:r>
              <a:rPr lang="ja-JP" altLang="en-US" sz="2600" dirty="0"/>
              <a:t>メモアプリに箇条書き</a:t>
            </a:r>
            <a:r>
              <a:rPr kumimoji="1" lang="ja-JP" altLang="en-US" sz="2600" dirty="0"/>
              <a:t>しておいた。</a:t>
            </a:r>
            <a:endParaRPr kumimoji="1" lang="en-US" altLang="ja-JP" sz="2600" dirty="0"/>
          </a:p>
          <a:p>
            <a:pPr marL="0" indent="0">
              <a:buNone/>
            </a:pPr>
            <a:endParaRPr lang="en-US" altLang="ja-JP" sz="2600" dirty="0"/>
          </a:p>
          <a:p>
            <a:pPr marL="0" indent="0">
              <a:buNone/>
            </a:pPr>
            <a:r>
              <a:rPr lang="ja-JP" altLang="en-US" sz="2600" dirty="0"/>
              <a:t>・ゲームオーバー後に再度攻撃や</a:t>
            </a:r>
            <a:endParaRPr lang="en-US" altLang="ja-JP" sz="2600" dirty="0"/>
          </a:p>
          <a:p>
            <a:pPr marL="0" indent="0">
              <a:buNone/>
            </a:pPr>
            <a:r>
              <a:rPr lang="ja-JP" altLang="en-US" sz="2600" dirty="0"/>
              <a:t>回復ができないように</a:t>
            </a:r>
            <a:r>
              <a:rPr lang="en-US" altLang="ja-JP" sz="2600" dirty="0"/>
              <a:t>flag</a:t>
            </a:r>
            <a:r>
              <a:rPr lang="ja-JP" altLang="en-US" sz="2600" dirty="0"/>
              <a:t>を使って</a:t>
            </a:r>
            <a:endParaRPr lang="en-US" altLang="ja-JP" sz="2600" dirty="0"/>
          </a:p>
          <a:p>
            <a:pPr marL="0" indent="0">
              <a:buNone/>
            </a:pPr>
            <a:r>
              <a:rPr lang="ja-JP" altLang="en-US" sz="2600" dirty="0"/>
              <a:t>ボタンを押せないようにした</a:t>
            </a:r>
            <a:endParaRPr lang="en-US" altLang="ja-JP" sz="2600" dirty="0"/>
          </a:p>
          <a:p>
            <a:pPr marL="0" indent="0">
              <a:buNone/>
            </a:pPr>
            <a:endParaRPr kumimoji="1" lang="en-US" altLang="ja-JP" sz="2600" dirty="0"/>
          </a:p>
          <a:p>
            <a:pPr marL="0" indent="0">
              <a:buNone/>
            </a:pPr>
            <a:r>
              <a:rPr kumimoji="1" lang="ja-JP" altLang="en-US" sz="2600" dirty="0"/>
              <a:t>・</a:t>
            </a:r>
            <a:r>
              <a:rPr kumimoji="1" lang="en-US" altLang="ja-JP" sz="2600" dirty="0"/>
              <a:t>1</a:t>
            </a:r>
            <a:r>
              <a:rPr kumimoji="1" lang="ja-JP" altLang="en-US" sz="2600" dirty="0"/>
              <a:t>回目のゲームオーバー後に初めて</a:t>
            </a:r>
            <a:endParaRPr kumimoji="1" lang="en-US" altLang="ja-JP" sz="2600" dirty="0"/>
          </a:p>
          <a:p>
            <a:pPr marL="0" indent="0">
              <a:buNone/>
            </a:pPr>
            <a:r>
              <a:rPr kumimoji="1" lang="ja-JP" altLang="en-US" sz="2600" dirty="0"/>
              <a:t>「もう一回遊ぶ」ボタンが表示されるようにした</a:t>
            </a:r>
            <a:endParaRPr kumimoji="1" lang="en-US" altLang="ja-JP" sz="2600" dirty="0"/>
          </a:p>
          <a:p>
            <a:pPr marL="0" indent="0">
              <a:buNone/>
            </a:pPr>
            <a:endParaRPr kumimoji="1" lang="ja-JP" altLang="en-US" dirty="0"/>
          </a:p>
          <a:p>
            <a:endParaRPr lang="en-US" altLang="ja-JP" dirty="0"/>
          </a:p>
          <a:p>
            <a:endParaRPr kumimoji="1" lang="ja-JP" altLang="en-US" dirty="0"/>
          </a:p>
        </p:txBody>
      </p:sp>
      <p:sp>
        <p:nvSpPr>
          <p:cNvPr id="2" name="タイトル 1">
            <a:extLst>
              <a:ext uri="{FF2B5EF4-FFF2-40B4-BE49-F238E27FC236}">
                <a16:creationId xmlns:a16="http://schemas.microsoft.com/office/drawing/2014/main" id="{96F83BD5-7095-18EF-80E1-5B12C79EF1FE}"/>
              </a:ext>
            </a:extLst>
          </p:cNvPr>
          <p:cNvSpPr>
            <a:spLocks noGrp="1"/>
          </p:cNvSpPr>
          <p:nvPr>
            <p:ph type="title"/>
          </p:nvPr>
        </p:nvSpPr>
        <p:spPr/>
        <p:txBody>
          <a:bodyPr/>
          <a:lstStyle/>
          <a:p>
            <a:r>
              <a:rPr kumimoji="1" lang="ja-JP" altLang="en-US" dirty="0"/>
              <a:t>３．工夫点</a:t>
            </a:r>
          </a:p>
        </p:txBody>
      </p:sp>
    </p:spTree>
    <p:extLst>
      <p:ext uri="{BB962C8B-B14F-4D97-AF65-F5344CB8AC3E}">
        <p14:creationId xmlns:p14="http://schemas.microsoft.com/office/powerpoint/2010/main" val="2957505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EDEEFD84-D4D0-B396-86C3-162364290A33}"/>
              </a:ext>
            </a:extLst>
          </p:cNvPr>
          <p:cNvSpPr>
            <a:spLocks noGrp="1"/>
          </p:cNvSpPr>
          <p:nvPr>
            <p:ph idx="1"/>
          </p:nvPr>
        </p:nvSpPr>
        <p:spPr>
          <a:xfrm>
            <a:off x="838200" y="1825625"/>
            <a:ext cx="10515600" cy="4351338"/>
          </a:xfrm>
        </p:spPr>
        <p:txBody>
          <a:bodyPr>
            <a:normAutofit fontScale="62500" lnSpcReduction="20000"/>
          </a:bodyPr>
          <a:lstStyle/>
          <a:p>
            <a:pPr marL="0" indent="0">
              <a:buNone/>
            </a:pPr>
            <a:r>
              <a:rPr kumimoji="1" lang="ja-JP" altLang="en-US" dirty="0"/>
              <a:t>攻撃や回復の値をそのターンのみで表示し、</a:t>
            </a:r>
            <a:r>
              <a:rPr kumimoji="1" lang="en-US" altLang="ja-JP" dirty="0"/>
              <a:t>3</a:t>
            </a:r>
            <a:r>
              <a:rPr kumimoji="1" lang="ja-JP" altLang="en-US" dirty="0"/>
              <a:t>秒後に消えるようにしたいと思ったときに、そのまま</a:t>
            </a:r>
            <a:r>
              <a:rPr kumimoji="1" lang="en-US" altLang="ja-JP" dirty="0"/>
              <a:t>AI</a:t>
            </a:r>
            <a:r>
              <a:rPr kumimoji="1" lang="ja-JP" altLang="en-US" dirty="0"/>
              <a:t>に聞いた。</a:t>
            </a:r>
            <a:endParaRPr kumimoji="1" lang="en-US" altLang="ja-JP" dirty="0"/>
          </a:p>
          <a:p>
            <a:pPr marL="0" indent="0">
              <a:buNone/>
            </a:pPr>
            <a:endParaRPr lang="en-US" altLang="ja-JP" dirty="0"/>
          </a:p>
          <a:p>
            <a:pPr marL="0" indent="0">
              <a:buNone/>
            </a:pPr>
            <a:endParaRPr kumimoji="1" lang="en-US" altLang="ja-JP" dirty="0"/>
          </a:p>
          <a:p>
            <a:pPr marL="0" indent="0">
              <a:buNone/>
            </a:pPr>
            <a:endParaRPr lang="en-US" altLang="ja-JP" dirty="0"/>
          </a:p>
          <a:p>
            <a:pPr marL="0" indent="0">
              <a:buNone/>
            </a:pPr>
            <a:endParaRPr kumimoji="1" lang="en-US" altLang="ja-JP" dirty="0"/>
          </a:p>
          <a:p>
            <a:pPr marL="0" indent="0">
              <a:buNone/>
            </a:pPr>
            <a:endParaRPr kumimoji="1" lang="en-US" altLang="ja-JP" dirty="0"/>
          </a:p>
          <a:p>
            <a:pPr marL="0" indent="0">
              <a:buNone/>
            </a:pPr>
            <a:endParaRPr kumimoji="1" lang="en-US" altLang="ja-JP" dirty="0"/>
          </a:p>
          <a:p>
            <a:pPr marL="0" indent="0">
              <a:buNone/>
            </a:pPr>
            <a:endParaRPr kumimoji="1" lang="en-US" altLang="ja-JP" dirty="0"/>
          </a:p>
          <a:p>
            <a:pPr marL="0" indent="0">
              <a:buNone/>
            </a:pPr>
            <a:r>
              <a:rPr kumimoji="1" lang="en-US" altLang="ja-JP" dirty="0"/>
              <a:t>Delay</a:t>
            </a:r>
            <a:r>
              <a:rPr kumimoji="1" lang="ja-JP" altLang="en-US" dirty="0"/>
              <a:t>メソッドとは</a:t>
            </a:r>
          </a:p>
          <a:p>
            <a:pPr marL="0" indent="0">
              <a:buNone/>
            </a:pPr>
            <a:r>
              <a:rPr kumimoji="1" lang="en-US" altLang="ja-JP" dirty="0"/>
              <a:t>Delay</a:t>
            </a:r>
            <a:r>
              <a:rPr kumimoji="1" lang="ja-JP" altLang="en-US" dirty="0"/>
              <a:t>は一定時間処理を停止するために使うメソッド。</a:t>
            </a:r>
            <a:r>
              <a:rPr kumimoji="1" lang="en-US" altLang="ja-JP" dirty="0"/>
              <a:t>Delay</a:t>
            </a:r>
            <a:r>
              <a:rPr kumimoji="1" lang="ja-JP" altLang="en-US" dirty="0"/>
              <a:t>メソッドは引数に停止させる時間をミリ秒単位で指定する。</a:t>
            </a:r>
          </a:p>
          <a:p>
            <a:pPr marL="0" indent="0">
              <a:buNone/>
            </a:pPr>
            <a:r>
              <a:rPr kumimoji="1" lang="en-US" altLang="ja-JP" dirty="0"/>
              <a:t>Sleep</a:t>
            </a:r>
            <a:r>
              <a:rPr kumimoji="1" lang="ja-JP" altLang="en-US" dirty="0"/>
              <a:t>メソッドと違い、非同期処理で停止する。非同期処理を行うため、「</a:t>
            </a:r>
            <a:r>
              <a:rPr kumimoji="1" lang="en-US" altLang="ja-JP" dirty="0"/>
              <a:t>async</a:t>
            </a:r>
            <a:r>
              <a:rPr kumimoji="1" lang="ja-JP" altLang="en-US" dirty="0"/>
              <a:t>」と「</a:t>
            </a:r>
            <a:r>
              <a:rPr kumimoji="1" lang="en-US" altLang="ja-JP" dirty="0"/>
              <a:t>await</a:t>
            </a:r>
            <a:r>
              <a:rPr kumimoji="1" lang="ja-JP" altLang="en-US" dirty="0"/>
              <a:t>」の記述が必要。</a:t>
            </a:r>
            <a:endParaRPr kumimoji="1" lang="en-US" altLang="ja-JP" dirty="0"/>
          </a:p>
          <a:p>
            <a:pPr marL="0" indent="0">
              <a:buNone/>
            </a:pPr>
            <a:r>
              <a:rPr lang="ja-JP" altLang="en-US" dirty="0"/>
              <a:t>停止には</a:t>
            </a:r>
            <a:r>
              <a:rPr lang="en-US" altLang="ja-JP" dirty="0"/>
              <a:t>Sleep</a:t>
            </a:r>
            <a:r>
              <a:rPr lang="ja-JP" altLang="en-US" dirty="0"/>
              <a:t>メソッドもあるが、そちらは画面自体がフリーズしてしまうため使用しない。</a:t>
            </a:r>
            <a:endParaRPr lang="en-US" altLang="ja-JP" dirty="0"/>
          </a:p>
          <a:p>
            <a:pPr marL="0" indent="0" algn="r">
              <a:buNone/>
            </a:pPr>
            <a:r>
              <a:rPr kumimoji="1" lang="ja-JP" altLang="en-US" sz="1300" dirty="0"/>
              <a:t>出典 </a:t>
            </a:r>
            <a:r>
              <a:rPr kumimoji="1" lang="en-US" altLang="ja-JP" sz="1300" dirty="0"/>
              <a:t>SAMURAIENGINEER Blog</a:t>
            </a:r>
            <a:r>
              <a:rPr kumimoji="1" lang="ja-JP" altLang="en-US" sz="1300" dirty="0"/>
              <a:t>：</a:t>
            </a:r>
            <a:r>
              <a:rPr kumimoji="1" lang="en-US" altLang="ja-JP" sz="1300" dirty="0"/>
              <a:t>https://www.sejuku.net/blog/54567</a:t>
            </a:r>
          </a:p>
          <a:p>
            <a:pPr marL="0" indent="0">
              <a:buNone/>
            </a:pPr>
            <a:endParaRPr kumimoji="1" lang="ja-JP" altLang="en-US" dirty="0"/>
          </a:p>
        </p:txBody>
      </p:sp>
      <p:sp>
        <p:nvSpPr>
          <p:cNvPr id="2" name="タイトル 1">
            <a:extLst>
              <a:ext uri="{FF2B5EF4-FFF2-40B4-BE49-F238E27FC236}">
                <a16:creationId xmlns:a16="http://schemas.microsoft.com/office/drawing/2014/main" id="{96F83BD5-7095-18EF-80E1-5B12C79EF1FE}"/>
              </a:ext>
            </a:extLst>
          </p:cNvPr>
          <p:cNvSpPr>
            <a:spLocks noGrp="1"/>
          </p:cNvSpPr>
          <p:nvPr>
            <p:ph type="title"/>
          </p:nvPr>
        </p:nvSpPr>
        <p:spPr/>
        <p:txBody>
          <a:bodyPr/>
          <a:lstStyle/>
          <a:p>
            <a:r>
              <a:rPr kumimoji="1" lang="ja-JP" altLang="en-US" dirty="0"/>
              <a:t>４．共有したいこと</a:t>
            </a:r>
          </a:p>
        </p:txBody>
      </p:sp>
      <p:pic>
        <p:nvPicPr>
          <p:cNvPr id="5" name="図 4">
            <a:extLst>
              <a:ext uri="{FF2B5EF4-FFF2-40B4-BE49-F238E27FC236}">
                <a16:creationId xmlns:a16="http://schemas.microsoft.com/office/drawing/2014/main" id="{018E65AD-F4CE-664D-DC75-88AD17A49854}"/>
              </a:ext>
            </a:extLst>
          </p:cNvPr>
          <p:cNvPicPr>
            <a:picLocks noChangeAspect="1"/>
          </p:cNvPicPr>
          <p:nvPr/>
        </p:nvPicPr>
        <p:blipFill>
          <a:blip r:embed="rId2"/>
          <a:stretch>
            <a:fillRect/>
          </a:stretch>
        </p:blipFill>
        <p:spPr>
          <a:xfrm>
            <a:off x="3072127" y="2116887"/>
            <a:ext cx="7165075" cy="1962083"/>
          </a:xfrm>
          <a:prstGeom prst="rect">
            <a:avLst/>
          </a:prstGeom>
        </p:spPr>
      </p:pic>
    </p:spTree>
    <p:extLst>
      <p:ext uri="{BB962C8B-B14F-4D97-AF65-F5344CB8AC3E}">
        <p14:creationId xmlns:p14="http://schemas.microsoft.com/office/powerpoint/2010/main" val="36860330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コンテンツ プレースホルダー 4">
            <a:extLst>
              <a:ext uri="{FF2B5EF4-FFF2-40B4-BE49-F238E27FC236}">
                <a16:creationId xmlns:a16="http://schemas.microsoft.com/office/drawing/2014/main" id="{B9532FD8-54D1-794B-713A-E9481C109EB2}"/>
              </a:ext>
            </a:extLst>
          </p:cNvPr>
          <p:cNvPicPr>
            <a:picLocks noGrp="1" noChangeAspect="1"/>
          </p:cNvPicPr>
          <p:nvPr>
            <p:ph idx="1"/>
          </p:nvPr>
        </p:nvPicPr>
        <p:blipFill>
          <a:blip r:embed="rId2"/>
          <a:stretch>
            <a:fillRect/>
          </a:stretch>
        </p:blipFill>
        <p:spPr>
          <a:xfrm>
            <a:off x="490182" y="435072"/>
            <a:ext cx="6224516" cy="2087823"/>
          </a:xfrm>
          <a:prstGeom prst="rect">
            <a:avLst/>
          </a:prstGeom>
        </p:spPr>
      </p:pic>
      <p:pic>
        <p:nvPicPr>
          <p:cNvPr id="7" name="図 6">
            <a:extLst>
              <a:ext uri="{FF2B5EF4-FFF2-40B4-BE49-F238E27FC236}">
                <a16:creationId xmlns:a16="http://schemas.microsoft.com/office/drawing/2014/main" id="{347CAD3A-ADD9-7431-1AFF-B61EC5603A05}"/>
              </a:ext>
            </a:extLst>
          </p:cNvPr>
          <p:cNvPicPr>
            <a:picLocks noChangeAspect="1"/>
          </p:cNvPicPr>
          <p:nvPr/>
        </p:nvPicPr>
        <p:blipFill>
          <a:blip r:embed="rId3"/>
          <a:stretch>
            <a:fillRect/>
          </a:stretch>
        </p:blipFill>
        <p:spPr>
          <a:xfrm>
            <a:off x="4203510" y="2611207"/>
            <a:ext cx="7322023" cy="3946541"/>
          </a:xfrm>
          <a:prstGeom prst="rect">
            <a:avLst/>
          </a:prstGeom>
        </p:spPr>
      </p:pic>
    </p:spTree>
    <p:extLst>
      <p:ext uri="{BB962C8B-B14F-4D97-AF65-F5344CB8AC3E}">
        <p14:creationId xmlns:p14="http://schemas.microsoft.com/office/powerpoint/2010/main" val="572616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コンテンツ プレースホルダー 4">
            <a:extLst>
              <a:ext uri="{FF2B5EF4-FFF2-40B4-BE49-F238E27FC236}">
                <a16:creationId xmlns:a16="http://schemas.microsoft.com/office/drawing/2014/main" id="{76DD5CFC-01CD-1187-249D-BE33EA4FD0F7}"/>
              </a:ext>
            </a:extLst>
          </p:cNvPr>
          <p:cNvPicPr>
            <a:picLocks noGrp="1" noChangeAspect="1"/>
          </p:cNvPicPr>
          <p:nvPr>
            <p:ph idx="1"/>
          </p:nvPr>
        </p:nvPicPr>
        <p:blipFill>
          <a:blip r:embed="rId2"/>
          <a:stretch>
            <a:fillRect/>
          </a:stretch>
        </p:blipFill>
        <p:spPr>
          <a:xfrm>
            <a:off x="855375" y="527956"/>
            <a:ext cx="5153540" cy="3220962"/>
          </a:xfrm>
          <a:prstGeom prst="rect">
            <a:avLst/>
          </a:prstGeom>
        </p:spPr>
      </p:pic>
      <p:pic>
        <p:nvPicPr>
          <p:cNvPr id="7" name="図 6">
            <a:extLst>
              <a:ext uri="{FF2B5EF4-FFF2-40B4-BE49-F238E27FC236}">
                <a16:creationId xmlns:a16="http://schemas.microsoft.com/office/drawing/2014/main" id="{0F5BE696-5363-1CBF-CD5B-39F01FBCB3BF}"/>
              </a:ext>
            </a:extLst>
          </p:cNvPr>
          <p:cNvPicPr>
            <a:picLocks noChangeAspect="1"/>
          </p:cNvPicPr>
          <p:nvPr/>
        </p:nvPicPr>
        <p:blipFill>
          <a:blip r:embed="rId3"/>
          <a:stretch>
            <a:fillRect/>
          </a:stretch>
        </p:blipFill>
        <p:spPr>
          <a:xfrm>
            <a:off x="6057900" y="3748918"/>
            <a:ext cx="4923145" cy="2764464"/>
          </a:xfrm>
          <a:prstGeom prst="rect">
            <a:avLst/>
          </a:prstGeom>
        </p:spPr>
      </p:pic>
      <p:sp>
        <p:nvSpPr>
          <p:cNvPr id="8" name="テキスト ボックス 7">
            <a:extLst>
              <a:ext uri="{FF2B5EF4-FFF2-40B4-BE49-F238E27FC236}">
                <a16:creationId xmlns:a16="http://schemas.microsoft.com/office/drawing/2014/main" id="{2C64D347-2579-2B4E-4582-5033ED30EAFB}"/>
              </a:ext>
            </a:extLst>
          </p:cNvPr>
          <p:cNvSpPr txBox="1"/>
          <p:nvPr/>
        </p:nvSpPr>
        <p:spPr>
          <a:xfrm>
            <a:off x="1379764" y="4530985"/>
            <a:ext cx="4022271" cy="1200329"/>
          </a:xfrm>
          <a:prstGeom prst="rect">
            <a:avLst/>
          </a:prstGeom>
          <a:noFill/>
        </p:spPr>
        <p:txBody>
          <a:bodyPr wrap="square" rtlCol="0">
            <a:spAutoFit/>
          </a:bodyPr>
          <a:lstStyle/>
          <a:p>
            <a:r>
              <a:rPr kumimoji="1" lang="ja-JP" altLang="en-US" dirty="0"/>
              <a:t>どちらかの</a:t>
            </a:r>
            <a:r>
              <a:rPr kumimoji="1" lang="en-US" altLang="ja-JP" dirty="0"/>
              <a:t>HP</a:t>
            </a:r>
            <a:r>
              <a:rPr kumimoji="1" lang="ja-JP" altLang="en-US" dirty="0"/>
              <a:t>が</a:t>
            </a:r>
            <a:r>
              <a:rPr kumimoji="1" lang="en-US" altLang="ja-JP" dirty="0"/>
              <a:t>0</a:t>
            </a:r>
            <a:r>
              <a:rPr kumimoji="1" lang="ja-JP" altLang="en-US" dirty="0"/>
              <a:t>になり、ゲームオーバー終了のメッセージボックスが表示されたら、右下のもう一回遊ぶボタンが出現する。</a:t>
            </a:r>
          </a:p>
        </p:txBody>
      </p:sp>
    </p:spTree>
    <p:extLst>
      <p:ext uri="{BB962C8B-B14F-4D97-AF65-F5344CB8AC3E}">
        <p14:creationId xmlns:p14="http://schemas.microsoft.com/office/powerpoint/2010/main" val="42757534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208</TotalTime>
  <Words>407</Words>
  <Application>Microsoft Office PowerPoint</Application>
  <PresentationFormat>ワイド画面</PresentationFormat>
  <Paragraphs>52</Paragraphs>
  <Slides>7</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7</vt:i4>
      </vt:variant>
    </vt:vector>
  </HeadingPairs>
  <TitlesOfParts>
    <vt:vector size="11" baseType="lpstr">
      <vt:lpstr>UD デジタル 教科書体 NK-B</vt:lpstr>
      <vt:lpstr>UD デジタル 教科書体 NK-R</vt:lpstr>
      <vt:lpstr>Arial</vt:lpstr>
      <vt:lpstr>Office テーマ</vt:lpstr>
      <vt:lpstr>PG実践</vt:lpstr>
      <vt:lpstr>１．研究成果（発見したこと）</vt:lpstr>
      <vt:lpstr>PowerPoint プレゼンテーション</vt:lpstr>
      <vt:lpstr>３．工夫点</vt:lpstr>
      <vt:lpstr>４．共有したいこと</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PG実践</dc:title>
  <dc:creator>清水 素彦</dc:creator>
  <cp:lastModifiedBy>栞 渡邊</cp:lastModifiedBy>
  <cp:revision>27</cp:revision>
  <dcterms:created xsi:type="dcterms:W3CDTF">2025-09-24T23:49:37Z</dcterms:created>
  <dcterms:modified xsi:type="dcterms:W3CDTF">2026-05-15T03:05:57Z</dcterms:modified>
</cp:coreProperties>
</file>